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Volunteer Connect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 Intelligent Platform for Community Engagement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Bridging the gap between community organizations and volunteers.</a:t>
            </a:r>
          </a:p>
          <a:p>
            <a:pPr>
              <a:spcAft>
                <a:spcPts val="1400"/>
              </a:spcAft>
            </a:pPr>
            <a:r>
              <a:t>Leveraging state-of-the-art AI for matching skills with needs.</a:t>
            </a:r>
          </a:p>
          <a:p>
            <a:pPr>
              <a:spcAft>
                <a:spcPts val="1400"/>
              </a:spcAft>
            </a:pPr>
            <a:r>
              <a:t>User-centric experience with real-time visualizations.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Traditional platforms rely on rigid keyword-based searches.</a:t>
            </a:r>
          </a:p>
          <a:p>
            <a:pPr>
              <a:spcAft>
                <a:spcPts val="1400"/>
              </a:spcAft>
            </a:pPr>
            <a:r>
              <a:t>Terminology mismatches lead to missed connections.</a:t>
            </a:r>
          </a:p>
          <a:p>
            <a:pPr>
              <a:spcAft>
                <a:spcPts val="1400"/>
              </a:spcAft>
            </a:pPr>
            <a:r>
              <a:t>Lack of geographic visualization makes finding local opportunities difficult.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Smart ecosystem for semantic volunteer matching.</a:t>
            </a:r>
          </a:p>
          <a:p>
            <a:pPr>
              <a:spcAft>
                <a:spcPts val="1400"/>
              </a:spcAft>
            </a:pPr>
            <a:r>
              <a:t>Spatial awareness through interactive maps.</a:t>
            </a:r>
          </a:p>
          <a:p>
            <a:pPr>
              <a:spcAft>
                <a:spcPts val="1400"/>
              </a:spcAft>
            </a:pPr>
            <a:r>
              <a:t>Accessible and performant platform-agnostic deployment.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Frontend: React.js with Vite for fast, responsive UI.</a:t>
            </a:r>
          </a:p>
          <a:p>
            <a:pPr>
              <a:spcAft>
                <a:spcPts val="1400"/>
              </a:spcAft>
            </a:pPr>
            <a:r>
              <a:t>Styling: Vanilla CSS for premium aesthetics.</a:t>
            </a:r>
          </a:p>
          <a:p>
            <a:pPr>
              <a:spcAft>
                <a:spcPts val="1400"/>
              </a:spcAft>
            </a:pPr>
            <a:r>
              <a:t>Backend: Node.js and Express.js RESTful API.</a:t>
            </a:r>
          </a:p>
          <a:p>
            <a:pPr>
              <a:spcAft>
                <a:spcPts val="1400"/>
              </a:spcAft>
            </a:pPr>
            <a:r>
              <a:t>AI: Hugging Face Inference API (Sentence-Transformers).</a:t>
            </a:r>
          </a:p>
          <a:p>
            <a:pPr>
              <a:spcAft>
                <a:spcPts val="1400"/>
              </a:spcAft>
            </a:pPr>
            <a:r>
              <a:t>Mapping: Leaflet.js for interactive dynamic maps.</a:t>
            </a:r>
          </a:p>
          <a:p>
            <a:pPr>
              <a:spcAft>
                <a:spcPts val="1400"/>
              </a:spcAft>
            </a:pPr>
            <a:r>
              <a:t>Database: MongoDB with global shared store fallbacks.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AI-Powered Semantic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Calculates 'semantic correlation' instead of literal matching.</a:t>
            </a:r>
          </a:p>
          <a:p>
            <a:pPr>
              <a:spcAft>
                <a:spcPts val="1400"/>
              </a:spcAft>
            </a:pPr>
            <a:r>
              <a:t>Uses LLMs to understand the meaning behind skills.</a:t>
            </a:r>
          </a:p>
          <a:p>
            <a:pPr>
              <a:spcAft>
                <a:spcPts val="1400"/>
              </a:spcAft>
            </a:pPr>
            <a:r>
              <a:t>Example: Matching 'Frontend Development' with 'Web Design'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Geographic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Integration with Leaflet.js for real-time map views.</a:t>
            </a:r>
          </a:p>
          <a:p>
            <a:pPr>
              <a:spcAft>
                <a:spcPts val="1400"/>
              </a:spcAft>
            </a:pPr>
            <a:r>
              <a:t>Interactive markers with precise coordinates.</a:t>
            </a:r>
          </a:p>
          <a:p>
            <a:pPr>
              <a:spcAft>
                <a:spcPts val="1400"/>
              </a:spcAft>
            </a:pPr>
            <a:r>
              <a:t>Enhanced search experience for finding local impact.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Universal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Platform-agnostic architecture (Vercel, Render, Railway).</a:t>
            </a:r>
          </a:p>
          <a:p>
            <a:pPr>
              <a:spcAft>
                <a:spcPts val="1400"/>
              </a:spcAft>
            </a:pPr>
            <a:r>
              <a:t>Built-in database fallbacks for portability.</a:t>
            </a:r>
          </a:p>
          <a:p>
            <a:pPr>
              <a:spcAft>
                <a:spcPts val="1400"/>
              </a:spcAft>
            </a:pPr>
            <a:r>
              <a:t>Clean separation between frontend and backend.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</a:pPr>
            <a:r>
              <a:t>Significant advancement in community engagement technology.</a:t>
            </a:r>
          </a:p>
          <a:p>
            <a:pPr>
              <a:spcAft>
                <a:spcPts val="1400"/>
              </a:spcAft>
            </a:pPr>
            <a:r>
              <a:t>Empowers organizations to find the right talent quickly.</a:t>
            </a:r>
          </a:p>
          <a:p>
            <a:pPr>
              <a:spcAft>
                <a:spcPts val="1400"/>
              </a:spcAft>
            </a:pPr>
            <a:r>
              <a:t>Helps volunteers discover impactful opportunities effectively.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